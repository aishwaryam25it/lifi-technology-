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9" r:id="rId11"/>
    <p:sldId id="271" r:id="rId12"/>
    <p:sldId id="272" r:id="rId13"/>
    <p:sldId id="273" r:id="rId14"/>
    <p:sldId id="275" r:id="rId15"/>
    <p:sldId id="276" r:id="rId16"/>
    <p:sldId id="277" r:id="rId17"/>
    <p:sldId id="278" r:id="rId18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46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BCA8B-CBC9-77A7-F114-AD1A5E27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" y="2011682"/>
            <a:ext cx="10691813" cy="755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0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693400" cy="75596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693400" cy="755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305"/>
            <a:ext cx="10693400" cy="7634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Aishwarya</dc:creator>
  <cp:keywords/>
  <dc:description>generated using python-pptx</dc:description>
  <cp:lastModifiedBy>Aishwarya M</cp:lastModifiedBy>
  <cp:revision>9</cp:revision>
  <dcterms:created xsi:type="dcterms:W3CDTF">2013-01-27T09:14:16Z</dcterms:created>
  <dcterms:modified xsi:type="dcterms:W3CDTF">2026-04-27T13:06:00Z</dcterms:modified>
  <cp:category/>
</cp:coreProperties>
</file>